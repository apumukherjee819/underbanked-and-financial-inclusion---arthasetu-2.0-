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  <a:effectLst>
            <a:outerShdw sx="100000" sy="100000" kx="0" ky="0" algn="bl" rotWithShape="0" blurRad="508000" dist="50800" dir="16200000">
              <a:srgbClr val="6366F1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  <a:effectLst>
            <a:outerShdw sx="100000" sy="100000" kx="0" ky="0" algn="bl" rotWithShape="0" blurRad="381000" dist="50800" dir="16200000">
              <a:srgbClr val="10B981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6366F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Scoring for Credit-Invisible Gig Workers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905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190M+ Indians remain underbanked or credit-invisible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Gig workers (delivery, ride-share, freelancers) lack formal credit history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Informal economy workers cannot access loans, insurance, or UPI credit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illiteracy + smartphone anxiety blocks digital adoption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SMS phishing, QR scams, social engineering target new 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90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an adaptive trust scoring system using behavioral signals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ML models on gig-economy financial data (50K records)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Multi-language onboarding for rural/first-time users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10-layer post-quantum security architecture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Sandbox UPI payments — zero real money at risk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DPDP-2023 &amp; RBI compliant data handling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Hindi, Tamil, Bengali, Marathi, Telugu, Kannada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470916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8328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Profiling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5577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Occupation-based, digital comfort level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470916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2648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Signals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5577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scores, task completion, app usage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69680" y="470916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86968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Lab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5577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UPI, budgeting, fraud detection — zero risk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Models &amp; 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66928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90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trained on 50K records, 67 features. XGBoost selected as champion.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0" y="137160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90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463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EDA FINDINGS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18745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Feature: 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financial_inclusion_index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(XGB importance: 0.819)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records × 67 features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loan_approved (binary)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Balance: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 approved / ~40% denied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Tests (p &lt; 0.001):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Income ↔ Loan Approval: χ²=847.3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Score ↔ Approval: t=45.6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Employment Type ↔ Approval: χ²=1203.1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Literacy ↔ Approval: χ²=562.8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48056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METHODS APPLIED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502920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074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Chi-Square Tests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feature-target associations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5715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tests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83280" y="502920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5074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T-tests / ANOVA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8328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feature significance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83280" y="5715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tests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502920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5074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2648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Pearson/Spearman heatmaps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26480" y="5715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67×67 matrix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869680" y="502920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69680" y="5074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86968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XGBoost, SHAP values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869680" y="5715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features ranked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 |  Trust Scoring for Credit-Invisible Gig Workers  |  Smart India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Platform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USER JOURNEY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116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Me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546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832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62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978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264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694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980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980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Finance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410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8696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8696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8696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&amp;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126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2412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02412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2412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93192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90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43434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HTML5/CSS3/JavaScript (14 interactive screens)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 Node.js + Express.js (40+ API endpoints)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Database: PostgreSQL (16 tables) + Redis caching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Auth: JWT + PQC (Kyber-1024 key exchange)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Security: Helmet, CORS, rate limiting, hash-chain audit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Crypto: ZKP (Halo2), FHE (BFV), PQC (Dilithium-87)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Compliance: DPDP-2023, RBI guidelines, NPCI-UPI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393192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90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977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USER PATHWAYS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4389120"/>
            <a:ext cx="493776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User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8368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literacy journey → sandbox lab → guidance → certificate → bank connection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0" y="5074920"/>
            <a:ext cx="493776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5093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User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58368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from last step → continue assessments → update profile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00800" y="5760720"/>
            <a:ext cx="493776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0" y="5779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Officer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836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ZKP proofs → view trust score → review consent tokens → approve/reject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 |  Trust Scoring for Credit-Invisible Gig Workers  |  Smart India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— Live Prototype Screens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9050">
            <a:solidFill>
              <a:srgbClr val="6366F1">
                <a:alpha val="45000"/>
              </a:srgbClr>
            </a:solidFill>
            <a:prstDash val="solid"/>
          </a:ln>
        </p:spPr>
      </p:sp>
      <p:pic>
        <p:nvPicPr>
          <p:cNvPr id="5" name="Image 0" descr="C:\Users\arpam\OneDrive\Desktop\ICPC\SMART INDIA HACKATHON\appPrototype\app\screenshots\01_langu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212080" cy="187452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337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Language &amp; Voice Selection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9050">
            <a:solidFill>
              <a:srgbClr val="10B981">
                <a:alpha val="45000"/>
              </a:srgbClr>
            </a:solidFill>
            <a:prstDash val="solid"/>
          </a:ln>
        </p:spPr>
      </p:sp>
      <p:pic>
        <p:nvPicPr>
          <p:cNvPr id="8" name="Image 1" descr="C:\Users\arpam\OneDrive\Desktop\ICPC\SMART INDIA HACKATHON\appPrototype\app\screenshots\02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212080" cy="187452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3337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"Know Me" Adaptive Profile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397764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9050">
            <a:solidFill>
              <a:srgbClr val="F59E0B">
                <a:alpha val="45000"/>
              </a:srgbClr>
            </a:solidFill>
            <a:prstDash val="solid"/>
          </a:ln>
        </p:spPr>
      </p:sp>
      <p:pic>
        <p:nvPicPr>
          <p:cNvPr id="11" name="Image 2" descr="C:\Users\arpam\OneDrive\Desktop\ICPC\SMART INDIA HACKATHON\appPrototype\app\screenshots\03_la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23360"/>
            <a:ext cx="5212080" cy="1874520"/>
          </a:xfrm>
          <a:prstGeom prst="ellipse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" y="5943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Safe Finance Lab — Loan Comparator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217920" y="397764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9050">
            <a:solidFill>
              <a:srgbClr val="F43F5E">
                <a:alpha val="45000"/>
              </a:srgbClr>
            </a:solidFill>
            <a:prstDash val="solid"/>
          </a:ln>
        </p:spPr>
      </p:sp>
      <p:pic>
        <p:nvPicPr>
          <p:cNvPr id="14" name="Image 3" descr="C:\Users\arpam\OneDrive\Desktop\ICPC\SMART INDIA HACKATHON\appPrototype\app\screenshots\04_certific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23360"/>
            <a:ext cx="5212080" cy="1874520"/>
          </a:xfrm>
          <a:prstGeom prst="ellipse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55080" y="5943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Competency Certificate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 |  Trust Scoring for Credit-Invisible Gig Workers  |  Smart India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vs Traditional Banking + 10-Layer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 w="1905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TRADITIONAL BANKING &amp; UPI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Banks / UPI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ArthaSetu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Users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Salaried, credit-scored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Gig workers, credit-invisible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Assessment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CIBIL, payslips, ITR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trust score (ML)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English + Hindi (limited)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6+ Indian languages, voice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KYC, Aadhaar, statements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 profiling, no docs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TLS, passwords, OTP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ZKP + FHE + PQC (10 layers)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Centralized storage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ZKP proofs, FHE compute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real money at risk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sandbox, zero risk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Logs, changeable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Hash-chain, immutable, 7yr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29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Credit-invisible workers get a trust score — no CIBIL, no payslips, no Aadhaar required.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 w="190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10-LAYER SECURITY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18745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5392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ZKP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65392" y="2167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without revealing — Halo2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098280" y="18745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71432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 FHE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71432" y="2167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on encrypted data — BFV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492240" y="25603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65392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PQC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65392" y="2852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Quantum-resistant crypto — Kyber-1024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098280" y="25603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71432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⛓️  Hash-Chain Audit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71432" y="2852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logging — SHA3-256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492240" y="32461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65392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🏰  TEE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565392" y="3538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enclaves — Intel SGX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9098280" y="32461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71432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Smart Consent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171432" y="3538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consent tokens — Dilithium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492240" y="39319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65392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Adaptive Risk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565392" y="4224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real-time scoring — 8 factors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098280" y="39319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71432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🌫️  Diff. Privacy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171432" y="4224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noise — ε=0.1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492240" y="46177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65392" y="4636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Crypto-Agility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565392" y="4910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migration — 90-day keys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9098280" y="46177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71432" y="4636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🆔  Self-Sovereign ID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171432" y="4910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identity — DID + VC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309360" y="5394960"/>
            <a:ext cx="5303520" cy="1828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41" name="Text 38"/>
          <p:cNvSpPr/>
          <p:nvPr/>
        </p:nvSpPr>
        <p:spPr>
          <a:xfrm>
            <a:off x="6400800" y="5394960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Tables: users · bank_accounts · consent_tokens · audit_immutable · fhe_computations · zkp_verifications · risk_assessments · ...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 |  Trust Scoring for Credit-Invisible Gig Workers  |  Smart India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Evaluation &amp; Impact Assessment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90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MODEL: XGBoost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90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 RESULTS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χ²: Income ↔ Approval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847.3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14984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t-test: Credit Score ↔ Approval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t=45.6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4984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χ²: Employment Type ↔ Approval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2651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1203.1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14984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χ²: Digital Literacy ↔ Approval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562.8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149840" y="3063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→ AFTER EVALUATION FLOW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466344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190M credit-invisible workers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983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credit history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530352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303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from UPI credit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562356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623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to fraud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594360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943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financial literacy tools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0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</a:rPr>
              <a:t>→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4846320" y="429768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52400" dist="50800" dir="16200000">
              <a:srgbClr val="6366F1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4632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0" y="484632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Trust Score (XGBoost)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ZKP Identity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FHE Scoring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10-Layer Security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Sandbox UPI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Multi-Language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23760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</a:rPr>
              <a:t>→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868680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955280" y="4663440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→ 99.5% accuracy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55280" y="4983480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4983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ZKP verified — no data exposed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955280" y="5303520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6720" y="5303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FHE encrypted computation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955280" y="5623560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46720" y="5623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7yr immutable audit trail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955280" y="5943600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0" y="5943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real-money risk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 |  Trust Scoring for Credit-Invisible Gig Workers  |  Smart India Hackathon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ArthaSetu - Trust Scoring for Credit-Invisible Gig Workers</dc:title>
  <dc:subject>PptxGenJS Presentation</dc:subject>
  <dc:creator>ArthaSetu Team</dc:creator>
  <cp:lastModifiedBy>ArthaSetu Team</cp:lastModifiedBy>
  <cp:revision>1</cp:revision>
  <dcterms:created xsi:type="dcterms:W3CDTF">2026-08-26T19:21:17Z</dcterms:created>
  <dcterms:modified xsi:type="dcterms:W3CDTF">2026-08-26T19:21:17Z</dcterms:modified>
</cp:coreProperties>
</file>